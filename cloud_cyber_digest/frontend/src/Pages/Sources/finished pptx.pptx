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7"/>
  </p:notesMasterIdLst>
  <p:sldIdLst>
    <p:sldId id="262" r:id="rId3"/>
    <p:sldId id="256" r:id="rId4"/>
    <p:sldId id="263" r:id="rId5"/>
    <p:sldId id="264" r:id="rId6"/>
    <p:sldId id="257" r:id="rId7"/>
    <p:sldId id="265" r:id="rId8"/>
    <p:sldId id="258" r:id="rId9"/>
    <p:sldId id="259" r:id="rId10"/>
    <p:sldId id="260" r:id="rId11"/>
    <p:sldId id="261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6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95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5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198364"/>
            <a:ext cx="4371975" cy="8268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2185987"/>
            <a:ext cx="3600450" cy="9858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15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301" y="2478882"/>
            <a:ext cx="4371975" cy="766167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301" y="1635026"/>
            <a:ext cx="4371975" cy="843855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0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900113"/>
            <a:ext cx="2271713" cy="2545854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14612" y="900113"/>
            <a:ext cx="2271713" cy="2545854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863501"/>
            <a:ext cx="2272606" cy="35986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7175" y="1223367"/>
            <a:ext cx="2272606" cy="222260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12827" y="863501"/>
            <a:ext cx="2273498" cy="35986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12827" y="1223367"/>
            <a:ext cx="2273498" cy="222260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0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74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153591"/>
            <a:ext cx="1692176" cy="653653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0966" y="153591"/>
            <a:ext cx="2875359" cy="3292376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807244"/>
            <a:ext cx="1692176" cy="263872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5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62" y="2700338"/>
            <a:ext cx="3086100" cy="31879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8162" y="344686"/>
            <a:ext cx="3086100" cy="231457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162" y="3019128"/>
            <a:ext cx="3086100" cy="452735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47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25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154484"/>
            <a:ext cx="1157288" cy="32914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154484"/>
            <a:ext cx="3386138" cy="32914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473125-D93F-1CB5-7EF9-F633889FC7A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48925" y="63500"/>
            <a:ext cx="47472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בלמ"ס 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6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514350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09" indent="-160734" algn="l" defTabSz="514350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0" y="105156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0E1922"/>
          </a:solidFill>
          <a:ln w="15875">
            <a:solidFill>
              <a:srgbClr val="62E8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2880360" y="1051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r>
              <a:rPr kumimoji="0" lang="en-US" sz="1250" b="1" i="0" u="none" strike="noStrike" kern="0" cap="none" spc="200" normalizeH="0" baseline="0" noProof="0" dirty="0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AGENTIC CODING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עם כוח גדול</a:t>
            </a:r>
            <a:endParaRPr kumimoji="0" lang="en-US" sz="5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באה אחריות גדולה</a:t>
            </a:r>
            <a:endParaRPr kumimoji="0" lang="en-US" sz="5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אבטחה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בעידן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000" dirty="0">
                <a:solidFill>
                  <a:srgbClr val="62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gentic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2E8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Coding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31920" y="4160520"/>
            <a:ext cx="1280160" cy="25603"/>
          </a:xfrm>
          <a:prstGeom prst="roundRect">
            <a:avLst>
              <a:gd name="adj" fmla="val 50000"/>
            </a:avLst>
          </a:prstGeom>
          <a:solidFill>
            <a:srgbClr val="4FD0E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סהר אביטבול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8A93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8A93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Security Architect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3200400" cy="3200400"/>
          </a:xfrm>
          <a:prstGeom prst="ellipse">
            <a:avLst/>
          </a:prstGeom>
          <a:solidFill>
            <a:srgbClr val="62E8A0">
              <a:alpha val="8000"/>
            </a:srgbClr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786384" y="1216152"/>
            <a:ext cx="2679192" cy="2679192"/>
          </a:xfrm>
          <a:prstGeom prst="ellipse">
            <a:avLst/>
          </a:prstGeom>
          <a:solidFill>
            <a:srgbClr val="0A0E15"/>
          </a:solidFill>
          <a:ln w="38100">
            <a:solidFill>
              <a:srgbClr val="62E8A0"/>
            </a:solidFill>
            <a:prstDash val="solid"/>
          </a:ln>
          <a:effectLst>
            <a:outerShdw blurRad="228600" dist="50800" dir="16200000" algn="bl" rotWithShape="0">
              <a:srgbClr val="62E8A0">
                <a:alpha val="5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4" name="Image 0" descr="sahar_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98448"/>
            <a:ext cx="2514600" cy="25146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3192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kern="0" spc="200" dirty="0">
                <a:solidFill>
                  <a:srgbClr val="62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מציג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931920" y="1828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סהר אביטבול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486400" y="2761488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3202A"/>
          </a:solidFill>
          <a:ln w="15875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5486400" y="27614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Security Architect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</Words>
  <Application>Microsoft Macintosh PowerPoint</Application>
  <PresentationFormat>On-screen Show (16:9)</PresentationFormat>
  <Paragraphs>10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מציג — סהר אביטבול</dc:title>
  <dc:subject>PptxGenJS Presentation</dc:subject>
  <dc:creator>PptxGenJS</dc:creator>
  <cp:lastModifiedBy>סהר אביטבול</cp:lastModifiedBy>
  <cp:revision>2</cp:revision>
  <dcterms:created xsi:type="dcterms:W3CDTF">2026-07-12T08:11:51Z</dcterms:created>
  <dcterms:modified xsi:type="dcterms:W3CDTF">2026-07-12T08:38:51Z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1b9bfc-c426-492e-a46c-1a922d5fe54b_Enabled">
    <vt:lpwstr>true</vt:lpwstr>
  </property>
  <property fmtid="{D5CDD505-2E9C-101B-9397-08002B2CF9AE}" pid="3" name="MSIP_Label_701b9bfc-c426-492e-a46c-1a922d5fe54b_SetDate">
    <vt:lpwstr>2026-07-12T08:30:37Z</vt:lpwstr>
  </property>
  <property fmtid="{D5CDD505-2E9C-101B-9397-08002B2CF9AE}" pid="4" name="MSIP_Label_701b9bfc-c426-492e-a46c-1a922d5fe54b_Method">
    <vt:lpwstr>Privileged</vt:lpwstr>
  </property>
  <property fmtid="{D5CDD505-2E9C-101B-9397-08002B2CF9AE}" pid="5" name="MSIP_Label_701b9bfc-c426-492e-a46c-1a922d5fe54b_Name">
    <vt:lpwstr>בלמ"ס</vt:lpwstr>
  </property>
  <property fmtid="{D5CDD505-2E9C-101B-9397-08002B2CF9AE}" pid="6" name="MSIP_Label_701b9bfc-c426-492e-a46c-1a922d5fe54b_SiteId">
    <vt:lpwstr>78820852-55fa-450b-908d-45c0d911e76b</vt:lpwstr>
  </property>
  <property fmtid="{D5CDD505-2E9C-101B-9397-08002B2CF9AE}" pid="7" name="MSIP_Label_701b9bfc-c426-492e-a46c-1a922d5fe54b_ActionId">
    <vt:lpwstr>3c654679-aef9-49da-8bf9-564b24ad57df</vt:lpwstr>
  </property>
  <property fmtid="{D5CDD505-2E9C-101B-9397-08002B2CF9AE}" pid="8" name="MSIP_Label_701b9bfc-c426-492e-a46c-1a922d5fe54b_ContentBits">
    <vt:lpwstr>1</vt:lpwstr>
  </property>
  <property fmtid="{D5CDD505-2E9C-101B-9397-08002B2CF9AE}" pid="9" name="MSIP_Label_701b9bfc-c426-492e-a46c-1a922d5fe54b_Tag">
    <vt:lpwstr>50, 0, 1, 1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- בלמ"ס -</vt:lpwstr>
  </property>
</Properties>
</file>