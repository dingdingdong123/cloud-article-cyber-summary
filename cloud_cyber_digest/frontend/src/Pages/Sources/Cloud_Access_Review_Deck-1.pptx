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2E6CC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</a:rPr>
              <a:t>CLOUD SECURITY ADVISORY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Access Review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Cross-cloud implementation across AWS, Azure &amp; Google Cloud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4069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3A6"/>
                </a:solidFill>
              </a:rPr>
              <a:t>Native tooling for detection  ·  a scripted layer for attestation &amp; evidence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51206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E2B4D"/>
          </a:solidFill>
          <a:ln w="12700">
            <a:solidFill>
              <a:srgbClr val="2E6CC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8523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5120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AWS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834640" y="51206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E2B4D"/>
          </a:solidFill>
          <a:ln w="12700">
            <a:solidFill>
              <a:srgbClr val="2E6CC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528523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01568" y="5120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Azure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120640" y="51206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E2B4D"/>
          </a:solidFill>
          <a:ln w="12700">
            <a:solidFill>
              <a:srgbClr val="2E6CC4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528523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687568" y="5120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Google Cloud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4864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</a:rPr>
              <a:t>Advisory Deliverable  ·  v1.0  ·  2026-05-20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CC4"/>
                </a:solidFill>
              </a:rPr>
              <a:t>THE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an access review is — and why it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035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6213E"/>
                </a:solidFill>
              </a:rPr>
              <a:t>A periodic check that the right identities hold the right access — and still need it.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</a:rPr>
              <a:t>Access accumulates: role changes, finished projects, departed contractors, “temporary” grants that never get removed. The review is the control that catches and corrects this drift.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6035040" cy="2377440"/>
          </a:xfrm>
          <a:prstGeom prst="roundRect">
            <a:avLst>
              <a:gd name="adj" fmla="val 3077"/>
            </a:avLst>
          </a:prstGeom>
          <a:solidFill>
            <a:srgbClr val="F4F7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749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CC4"/>
                </a:solidFill>
              </a:rPr>
              <a:t>REQUIRED BY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41148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</a:rPr>
              <a:t>SOC 2 — logical access &amp; periodic review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53542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</a:rPr>
              <a:t>ISO 27001 — A.5 / A.8 access control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95604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</a:rPr>
              <a:t>PCI-DSS — Req. 7 least privilege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37667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</a:rPr>
              <a:t>NIST 800-53 — AC-2 account management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1737360"/>
            <a:ext cx="4663440" cy="4206240"/>
          </a:xfrm>
          <a:prstGeom prst="roundRect">
            <a:avLst>
              <a:gd name="adj" fmla="val 1739"/>
            </a:avLst>
          </a:prstGeom>
          <a:solidFill>
            <a:srgbClr val="16213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05740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955280" y="20848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The core question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0" y="274320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“Does everyone who can touch this system still have a legitimate business reason to?”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7315200" y="4114800"/>
            <a:ext cx="3931920" cy="0"/>
          </a:xfrm>
          <a:prstGeom prst="line">
            <a:avLst/>
          </a:prstGeom>
          <a:noFill/>
          <a:ln w="19050">
            <a:solidFill>
              <a:srgbClr val="2E6C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0" y="42976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Without it, privilege only ever grows — never shrinks.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Cloud Access Review  •  Advisory Readout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CC4"/>
                </a:solidFill>
              </a:rPr>
              <a:t>DEFINITION OF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 review actually counts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</a:rPr>
              <a:t>A review is defensible to an auditor only when all six are true: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F4F7FC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3172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6CC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4871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3591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</a:rPr>
              <a:t>Scope defined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3017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</a:rPr>
              <a:t>Which identities, roles &amp; resources are in scope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51960" y="210312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F4F7FC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80560" y="233172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6CC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4871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23591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</a:rPr>
              <a:t>Reviewer assigned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07992" y="3017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</a:rPr>
              <a:t>Accountable human — never the access holder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55280" y="210312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F4F7FC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83880" y="233172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6CC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48716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61120" y="23591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</a:rPr>
              <a:t>Decision per identity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211312" y="3017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</a:rPr>
              <a:t>Approve / revoke / investigate — no blanks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F4F7FC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416052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6CC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31596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1879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</a:rPr>
              <a:t>Remediation executed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04672" y="4846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</a:rPr>
              <a:t>Revoked access actually removed — not just flagged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251960" y="393192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F4F7FC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480560" y="416052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6CC4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431596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57800" y="41879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</a:rPr>
              <a:t>Evidence retained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507992" y="4846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</a:rPr>
              <a:t>Who, when, decision, resulting action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7955280" y="393192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F4F7FC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183880" y="416052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6CC4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4315968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61120" y="41879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</a:rPr>
              <a:t>Recurrence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211312" y="4846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</a:rPr>
              <a:t>On a defined, risk-based cadence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A33D"/>
                </a:solidFill>
              </a:rPr>
              <a:t>Remediation (#4) is where most reviews fail — access is flagged but never removed.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Cloud Access Review  •  Advisory Readout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CC4"/>
                </a:solidFill>
              </a:rPr>
              <a:t>CADENCE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by risk, not by calendar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</a:rPr>
              <a:t>A flat “everything quarterly” schedule is painful and weak. Tier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09728" cy="7772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2194560"/>
            <a:ext cx="10972800" cy="777240"/>
          </a:xfrm>
          <a:prstGeom prst="roundRect">
            <a:avLst>
              <a:gd name="adj" fmla="val 4706"/>
            </a:avLst>
          </a:prstGeom>
          <a:solidFill>
            <a:srgbClr val="F4F7F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Privileged / admin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0" y="2359152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23591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Monthly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21945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</a:rPr>
              <a:t>Org admins, Owner, Global Admin, break-glass, PIM-eligible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09728" cy="7772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3154680"/>
            <a:ext cx="10972800" cy="777240"/>
          </a:xfrm>
          <a:prstGeom prst="roundRect">
            <a:avLst>
              <a:gd name="adj" fmla="val 4706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546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Standing sensitive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14800" y="3319272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33192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Quarterly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315468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</a:rPr>
              <a:t>Editor on prod, write to sensitive data, security tooling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109728" cy="7772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4114800"/>
            <a:ext cx="10972800" cy="777240"/>
          </a:xfrm>
          <a:prstGeom prst="roundRect">
            <a:avLst>
              <a:gd name="adj" fmla="val 4706"/>
            </a:avLst>
          </a:prstGeom>
          <a:solidFill>
            <a:srgbClr val="F4F7F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1148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Workload identities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114800" y="4279392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0" y="42793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Quarterly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0" y="41148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</a:rPr>
              <a:t>Service accounts, CI/CD &amp; service IAM roles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074920"/>
            <a:ext cx="109728" cy="7772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5074920"/>
            <a:ext cx="10972800" cy="777240"/>
          </a:xfrm>
          <a:prstGeom prst="roundRect">
            <a:avLst>
              <a:gd name="adj" fmla="val 4706"/>
            </a:avLst>
          </a:prstGeom>
          <a:solidFill>
            <a:srgbClr val="F4F7FC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074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</a:rPr>
              <a:t>General / standard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114800" y="5239512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0" y="523951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Annual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0" y="50749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</a:rPr>
              <a:t>Read roles, routine group membership, low-risk apps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Cloud Access Review  •  Advisory Readout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</a:rPr>
              <a:t>OPERATING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loop, every cloud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Only the tooling beneath each stage changes.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1E2B4D"/>
          </a:solidFill>
          <a:ln w="12700">
            <a:solidFill>
              <a:srgbClr val="2E6C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2514600"/>
            <a:ext cx="640080" cy="640080"/>
          </a:xfrm>
          <a:prstGeom prst="ellipse">
            <a:avLst/>
          </a:prstGeom>
          <a:solidFill>
            <a:srgbClr val="16213E"/>
          </a:solidFill>
          <a:ln w="19050">
            <a:solidFill>
              <a:srgbClr val="2E6CC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6700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Detect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" y="37033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unused / stale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access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5146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6CC4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2926080" y="228600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1E2B4D"/>
          </a:solidFill>
          <a:ln w="12700">
            <a:solidFill>
              <a:srgbClr val="2E6C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66160" y="2514600"/>
            <a:ext cx="640080" cy="640080"/>
          </a:xfrm>
          <a:prstGeom prst="ellipse">
            <a:avLst/>
          </a:prstGeom>
          <a:solidFill>
            <a:srgbClr val="16213E"/>
          </a:solidFill>
          <a:ln w="19050">
            <a:solidFill>
              <a:srgbClr val="2E6CC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267004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2608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Route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017520" y="37033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to the right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reviewer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8006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6CC4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5212080" y="228600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1E2B4D"/>
          </a:solidFill>
          <a:ln w="12700">
            <a:solidFill>
              <a:srgbClr val="2E6CC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852160" y="2514600"/>
            <a:ext cx="640080" cy="640080"/>
          </a:xfrm>
          <a:prstGeom prst="ellipse">
            <a:avLst/>
          </a:prstGeom>
          <a:solidFill>
            <a:srgbClr val="16213E"/>
          </a:solidFill>
          <a:ln w="19050">
            <a:solidFill>
              <a:srgbClr val="2E6CC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608" y="267004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1208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Decide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5303520" y="37033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approve / revoke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investigate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0866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6CC4"/>
                </a:solidFill>
              </a:rPr>
              <a:t>→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7498080" y="228600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1E2B4D"/>
          </a:solidFill>
          <a:ln w="12700">
            <a:solidFill>
              <a:srgbClr val="2E6CC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138160" y="2514600"/>
            <a:ext cx="640080" cy="640080"/>
          </a:xfrm>
          <a:prstGeom prst="ellipse">
            <a:avLst/>
          </a:prstGeom>
          <a:solidFill>
            <a:srgbClr val="16213E"/>
          </a:solidFill>
          <a:ln w="19050">
            <a:solidFill>
              <a:srgbClr val="2E6CC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267004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9808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Remediate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589520" y="37033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remove revoked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access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93726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6CC4"/>
                </a:solidFill>
              </a:rPr>
              <a:t>→</a:t>
            </a:r>
            <a:endParaRPr lang="en-US" sz="2400" dirty="0"/>
          </a:p>
        </p:txBody>
      </p:sp>
      <p:sp>
        <p:nvSpPr>
          <p:cNvPr id="29" name="Shape 23"/>
          <p:cNvSpPr/>
          <p:nvPr/>
        </p:nvSpPr>
        <p:spPr>
          <a:xfrm>
            <a:off x="9784080" y="2286000"/>
            <a:ext cx="1920240" cy="2194560"/>
          </a:xfrm>
          <a:prstGeom prst="roundRect">
            <a:avLst>
              <a:gd name="adj" fmla="val 3810"/>
            </a:avLst>
          </a:prstGeom>
          <a:solidFill>
            <a:srgbClr val="1E2B4D"/>
          </a:solidFill>
          <a:ln w="12700">
            <a:solidFill>
              <a:srgbClr val="2E6CC4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0424160" y="2514600"/>
            <a:ext cx="640080" cy="640080"/>
          </a:xfrm>
          <a:prstGeom prst="ellipse">
            <a:avLst/>
          </a:prstGeom>
          <a:solidFill>
            <a:srgbClr val="16213E"/>
          </a:solidFill>
          <a:ln w="19050">
            <a:solidFill>
              <a:srgbClr val="2E6CC4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9608" y="2670048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78408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Evidence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9875520" y="37033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timestamped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audit trail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640080" y="484632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1E2B4D"/>
          </a:solidFill>
          <a:ln/>
        </p:spPr>
      </p:sp>
      <p:sp>
        <p:nvSpPr>
          <p:cNvPr id="35" name="Text 28"/>
          <p:cNvSpPr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EC"/>
                </a:solidFill>
              </a:rPr>
              <a:t>Azure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runs all five stages natively.   </a:t>
            </a:r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</a:rPr>
              <a:t>AWS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&amp; </a:t>
            </a:r>
            <a:pPr indent="0" marL="0">
              <a:buNone/>
            </a:pPr>
            <a:r>
              <a:rPr lang="en-US" sz="1400" b="1" dirty="0">
                <a:solidFill>
                  <a:srgbClr val="8AB4F8"/>
                </a:solidFill>
              </a:rPr>
              <a:t>GCP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do Detect natively — the scripted layer adds Route, Decide, Remediate &amp; Evidence.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Cloud Access Review  •  Advisory Readout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BEC"/>
                </a:solidFill>
              </a:rPr>
              <a:t>AZURE  ·  NATIVE END-TO-END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 ID Access Reviews + PIM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F4F7F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EC"/>
                </a:solidFill>
              </a:rPr>
              <a:t>Covers natively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377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6213E"/>
                </a:solidFill>
              </a:rPr>
              <a:t>Group &amp; application assignments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6213E"/>
                </a:solidFill>
              </a:rPr>
              <a:t>Entra &amp; Azure role assignments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3474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6213E"/>
                </a:solidFill>
              </a:rPr>
              <a:t>PIM eligible + active privileged roles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4023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6213E"/>
                </a:solidFill>
              </a:rPr>
              <a:t>Auto-apply removes revoked access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68680" y="4572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6213E"/>
                </a:solidFill>
              </a:rPr>
              <a:t>Reviewer fallback + decision capture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68680" y="5120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6213E"/>
                </a:solidFill>
              </a:rPr>
              <a:t>Graph API to template at scale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309360" y="1783080"/>
            <a:ext cx="5303520" cy="4114800"/>
          </a:xfrm>
          <a:prstGeom prst="roundRect">
            <a:avLst>
              <a:gd name="adj" fmla="val 1333"/>
            </a:avLst>
          </a:prstGeom>
          <a:solidFill>
            <a:srgbClr val="16213E"/>
          </a:solidFill>
          <a:ln/>
        </p:spPr>
      </p:sp>
      <p:sp>
        <p:nvSpPr>
          <p:cNvPr id="14" name="Text 11"/>
          <p:cNvSpPr/>
          <p:nvPr/>
        </p:nvSpPr>
        <p:spPr>
          <a:xfrm>
            <a:off x="653796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Setup, in short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37960" y="2423160"/>
            <a:ext cx="384048" cy="384048"/>
          </a:xfrm>
          <a:prstGeom prst="ellipse">
            <a:avLst/>
          </a:prstGeom>
          <a:solidFill>
            <a:srgbClr val="2E6CC4"/>
          </a:solidFill>
          <a:ln/>
        </p:spPr>
      </p:sp>
      <p:sp>
        <p:nvSpPr>
          <p:cNvPr id="16" name="Text 13"/>
          <p:cNvSpPr/>
          <p:nvPr/>
        </p:nvSpPr>
        <p:spPr>
          <a:xfrm>
            <a:off x="653796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040880" y="23774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New access review → scope the privileged groups / roles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537960" y="3081528"/>
            <a:ext cx="384048" cy="384048"/>
          </a:xfrm>
          <a:prstGeom prst="ellipse">
            <a:avLst/>
          </a:prstGeom>
          <a:solidFill>
            <a:srgbClr val="2E6CC4"/>
          </a:solidFill>
          <a:ln/>
        </p:spPr>
      </p:sp>
      <p:sp>
        <p:nvSpPr>
          <p:cNvPr id="19" name="Text 16"/>
          <p:cNvSpPr/>
          <p:nvPr/>
        </p:nvSpPr>
        <p:spPr>
          <a:xfrm>
            <a:off x="6537960" y="3081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040880" y="303580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Reviewer = manager or resource owner (never self)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537960" y="3739896"/>
            <a:ext cx="384048" cy="384048"/>
          </a:xfrm>
          <a:prstGeom prst="ellipse">
            <a:avLst/>
          </a:prstGeom>
          <a:solidFill>
            <a:srgbClr val="2E6CC4"/>
          </a:solidFill>
          <a:ln/>
        </p:spPr>
      </p:sp>
      <p:sp>
        <p:nvSpPr>
          <p:cNvPr id="22" name="Text 19"/>
          <p:cNvSpPr/>
          <p:nvPr/>
        </p:nvSpPr>
        <p:spPr>
          <a:xfrm>
            <a:off x="6537960" y="3739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040880" y="369417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Quarterly (monthly for privileged), 14-day window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537960" y="4398264"/>
            <a:ext cx="384048" cy="384048"/>
          </a:xfrm>
          <a:prstGeom prst="ellipse">
            <a:avLst/>
          </a:prstGeom>
          <a:solidFill>
            <a:srgbClr val="2E6CC4"/>
          </a:solidFill>
          <a:ln/>
        </p:spPr>
      </p:sp>
      <p:sp>
        <p:nvSpPr>
          <p:cNvPr id="25" name="Text 22"/>
          <p:cNvSpPr/>
          <p:nvPr/>
        </p:nvSpPr>
        <p:spPr>
          <a:xfrm>
            <a:off x="6537960" y="43982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040880" y="435254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Enable auto-apply — closes the loop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537960" y="5056632"/>
            <a:ext cx="384048" cy="384048"/>
          </a:xfrm>
          <a:prstGeom prst="ellipse">
            <a:avLst/>
          </a:prstGeom>
          <a:solidFill>
            <a:srgbClr val="2E6CC4"/>
          </a:solidFill>
          <a:ln/>
        </p:spPr>
      </p:sp>
      <p:sp>
        <p:nvSpPr>
          <p:cNvPr id="28" name="Text 25"/>
          <p:cNvSpPr/>
          <p:nvPr/>
        </p:nvSpPr>
        <p:spPr>
          <a:xfrm>
            <a:off x="6537960" y="5056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040880" y="501091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No-response → remove for high-privilege scope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Cloud Access Review  •  Advisory Readout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CC4"/>
                </a:solidFill>
              </a:rPr>
              <a:t>AWS &amp; GCP  ·  NATIVE DETECTION + SCRIPTED ATTESTATION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pattern, two clouds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297680"/>
          </a:xfrm>
          <a:prstGeom prst="roundRect">
            <a:avLst>
              <a:gd name="adj" fmla="val 1277"/>
            </a:avLst>
          </a:prstGeom>
          <a:solidFill>
            <a:srgbClr val="F4F7FC"/>
          </a:solidFill>
          <a:ln w="12700">
            <a:solidFill>
              <a:srgbClr val="E2E8F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E"/>
                </a:solidFill>
              </a:rPr>
              <a:t>AWS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2296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9900"/>
                </a:solidFill>
              </a:rPr>
              <a:t>NATIVE ENGINES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32688" y="2926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</a:rPr>
              <a:t>IAM Access Analyzer — unused access (90d)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32688" y="33832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</a:rPr>
              <a:t>IAM credential reports — keys, MFA, last-used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32688" y="38404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</a:rPr>
              <a:t>Access Advisor — service last-accessed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4892040"/>
            <a:ext cx="4800600" cy="0"/>
          </a:xfrm>
          <a:prstGeom prst="line">
            <a:avLst/>
          </a:prstGeom>
          <a:noFill/>
          <a:ln w="12700">
            <a:solidFill>
              <a:srgbClr val="D5DE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B8C"/>
                </a:solidFill>
              </a:rPr>
              <a:t>SCRIPTED LAYER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32688" y="53492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</a:rPr>
              <a:t>aws_access_review_pull.py → reviewer workbook with locked decision dropdown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63640" y="1737360"/>
            <a:ext cx="5349240" cy="4297680"/>
          </a:xfrm>
          <a:prstGeom prst="roundRect">
            <a:avLst>
              <a:gd name="adj" fmla="val 1277"/>
            </a:avLst>
          </a:prstGeom>
          <a:solidFill>
            <a:srgbClr val="F4F7FC"/>
          </a:solidFill>
          <a:ln w="12700">
            <a:solidFill>
              <a:srgbClr val="E2E8F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659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E"/>
                </a:solidFill>
              </a:rPr>
              <a:t>Google Cloud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53796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285F4"/>
                </a:solidFill>
              </a:rPr>
              <a:t>NATIVE ENGINES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647688" y="2926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</a:rPr>
              <a:t>IAM Recommender — usage-based (90d)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647688" y="33832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</a:rPr>
              <a:t>Cloud Asset Inventory — all IAM bindings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647688" y="38404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</a:rPr>
              <a:t>Policy Analyzer — who-can-do-what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537960" y="4892040"/>
            <a:ext cx="4800600" cy="0"/>
          </a:xfrm>
          <a:prstGeom prst="line">
            <a:avLst/>
          </a:prstGeom>
          <a:noFill/>
          <a:ln w="12700">
            <a:solidFill>
              <a:srgbClr val="D5DEE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37960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B8C"/>
                </a:solidFill>
              </a:rPr>
              <a:t>SCRIPTED LAYER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647688" y="53492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</a:rPr>
              <a:t>gcp_access_review_pull.py → bindings + recommender flags in one workbook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Cloud Access Review  •  Advisory Readout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CC4"/>
                </a:solidFill>
              </a:rPr>
              <a:t>SAFETY BY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phases: pull, then gated apply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</a:rPr>
              <a:t>PULL — read-only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</a:rPr>
              <a:t>Reads native findings — never touches IAM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</a:rPr>
              <a:t>Builds the reviewer workbook (xlsx)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</a:rPr>
              <a:t>Locked APPROVE / REVOKE / INVESTIGATE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8463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6213E"/>
                </a:solidFill>
              </a:rPr>
              <a:t>Safe to run any time, by anyone read-only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6537960" y="20116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2167128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15200" y="2057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GATED APPLY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29400" y="2880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Dry-run by default — shows the plan, changes nothing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629400" y="34472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Acts on REVOKE rows only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629400" y="401421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Refuses to run on an incomplete review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629400" y="458114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Needs --apply flag AND a typed confirmation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629400" y="514807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Writes an immutable JSON evidence log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A33D"/>
                </a:solidFill>
              </a:rPr>
              <a:t>v1: destructive calls are intentionally stubbed — gating, parsing &amp; evidence are live. Enable writes only after sign-off.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Cloud Access Review  •  Advisory Readout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CC4"/>
                </a:solidFill>
              </a:rPr>
              <a:t>AUDIT-READY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Per-cloud evidence pack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12064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Cloud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Detection + decision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Remediation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</a:rPr>
                        <a:t>Azure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</a:rPr>
                        <a:t>Access review instance + decisions (Entra / PIM export)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</a:rPr>
                        <a:t>Auto-apply result log on the review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</a:rPr>
                        <a:t>AWS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</a:rPr>
                        <a:t>Access Analyzer findings + completed workbook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</a:rPr>
                        <a:t>Gated-apply JSON log + CloudTrail IAM changes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</a:rPr>
                        <a:t>GCP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</a:rPr>
                        <a:t>Asset Inventory bindings + Recommender + workbook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13E"/>
                          </a:solidFill>
                        </a:rPr>
                        <a:t>Gated-apply JSON log + Cloud Audit Logs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7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13248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52120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</a:rPr>
              <a:t>Hand this straight to an auditor — it demonstrates the full scope → decision → remediation → evidence loop.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Cloud Access Review  •  Advisory Readout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</a:rPr>
              <a:t>PATH FORWARD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Rollout &amp; what you receive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11480" cy="411480"/>
          </a:xfrm>
          <a:prstGeom prst="ellipse">
            <a:avLst/>
          </a:prstGeom>
          <a:solidFill>
            <a:srgbClr val="2E6CC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Quick wins — enable native tools, kill obviously unused access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411480" cy="411480"/>
          </a:xfrm>
          <a:prstGeom prst="ellipse">
            <a:avLst/>
          </a:prstGeom>
          <a:solidFill>
            <a:srgbClr val="2E6CC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58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21284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Stand up recurring reviews on the risk-tiered cadence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825496"/>
            <a:ext cx="411480" cy="411480"/>
          </a:xfrm>
          <a:prstGeom prst="ellipse">
            <a:avLst/>
          </a:prstGeom>
          <a:solidFill>
            <a:srgbClr val="2E6CC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254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779776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Automate evidence — schedule pulls, centralize workbooks + logs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392424"/>
            <a:ext cx="411480" cy="411480"/>
          </a:xfrm>
          <a:prstGeom prst="ellipse">
            <a:avLst/>
          </a:prstGeom>
          <a:solidFill>
            <a:srgbClr val="2E6CC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924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346704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Enable gated apply — implement &amp; test, then close the loop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959352"/>
            <a:ext cx="411480" cy="411480"/>
          </a:xfrm>
          <a:prstGeom prst="ellipse">
            <a:avLst/>
          </a:prstGeom>
          <a:solidFill>
            <a:srgbClr val="2E6CC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59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91363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Integrate IGA — feed decisions to a governance platform at scale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406640" y="16916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1E2B4D"/>
          </a:solidFill>
          <a:ln w="12700">
            <a:solidFill>
              <a:srgbClr val="2E6C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</a:rPr>
              <a:t>IN THIS PACKAGE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1812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Implementation playbook (Word)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818120" y="27980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AWS pull script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18120" y="33101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GCP pull script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818120" y="38221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Gated apply script + evidence log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818120" y="43342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This readout deck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</a:rPr>
              <a:t>All scripts read-only by default. Only the apply step can change IAM — and only when explicitly enabled.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Cloud Access Review  •  Advisory Readout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Access Review</dc:title>
  <dc:subject>PptxGenJS Presentation</dc:subject>
  <dc:creator>Cloud Security Advisory</dc:creator>
  <cp:lastModifiedBy>Cloud Security Advisory</cp:lastModifiedBy>
  <cp:revision>1</cp:revision>
  <dcterms:created xsi:type="dcterms:W3CDTF">2026-05-20T07:15:09Z</dcterms:created>
  <dcterms:modified xsi:type="dcterms:W3CDTF">2026-05-20T07:15:09Z</dcterms:modified>
</cp:coreProperties>
</file>